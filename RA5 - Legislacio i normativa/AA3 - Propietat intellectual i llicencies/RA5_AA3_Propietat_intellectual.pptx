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RA5 · NF4-AA3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Propietat intel·lectual i llicències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cop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LPI, drets d'autor i tipus de llicències de programari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LPI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és la Llei de Propietat Intel·lectual i com protegeix el programari.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opy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Tipus de llicències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Programari propietari, lliure, de codi obert i llicències Creative Commons.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Pirateria i responsabilitat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legals i tècnics d'instal·lar programari sense llicència.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tercer pilar del compliment legal tecnològic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LOPDGDD + LSSI + LPI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tècnic informàtic que munta el servidor i la web d'una empresa ha de vetllar pel compliment de les tres normatives alhora: protecció de dades, serveis d'Internet, i propietat intel·lectual del programari que instal·la.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només "pirateria"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propietat intel·lectual no és només un tema de descàrregues il·legals: també determina si pots modificar, redistribuir o vendre un programa, i quines obligacions tens si ho fas.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LEGAL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Llei de Propietat Intel·lectual (LPI)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Reial Decret Legislatiu 1/1996 (Llei de Propietat Intel·lectual, LPI) protegeix les creacions originals, literàries, artístiques o científiques.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programari es considera legalment una obra literària: el codi font està protegit pels mateixos drets d'autor que un llibre.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titular dels drets és, per defecte, l'autor (o l'empresa, si es va crear com a treball per encàrrec/relació laboral).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TIPUS DE DRETS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Drets morals i drets d'explotació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Drets morals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Irrenunciables i intransferibles: dret a ser reconegut com a autor, a decidir si es divulga l'obra, i a exigir-ne la integritat (que no es modifiqui de manera que perjudiqui la reputació de l'autor).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opy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Drets d'explotació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poden transferir o llicenciar: reproducció, distribució, comunicació pública i transformació (modificar l'obra original per crear-ne una de derivada).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NUCLI DEL TEMA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és una llicència de programari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cop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llicència és el contracte pel qual el titular dels drets autoritza (o no) a un tercer a utilitzar, copiar, modificar o distribuir el seu programari, i sota quines condicions.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llicència explícita, per defecte, NO tens cap dret sobre el programari ("tots els drets reservats").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Instal·lar o utilitzar programari sense la llicència corresponent és una infracció de la LPI, amb conseqüències civils i, en casos greus, penals.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Programari propietari vs. programari lliure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Programari propietari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codi font no és accessible; l'usuari només rep el dret d'ús, sota condicions restrictives (una còpia, un equip, sense modificar-lo ni redistribuir-lo). Exemples: Windows, Microsoft Office, Adobe Photoshop.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nloc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Programari lliure (Free Software)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Segons la Free Software Foundation, garanteix 4 llibertats: 0) executar-lo per qualsevol propòsit; 1) estudiar-ne el codi; 2) redistribuir-lo; 3) modificar-lo i distribuir les modificacions.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MATISOS IMPORTANTS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Lliure, obert i gratuït: no és el mateix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Programari lliure (free software)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Garanteix les 4 llibertats de l'usuari (executar, estudiar, redistribuir, modificar). "Free" fa referència a la llibertat, no al preu.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 obert (open source)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codi font és accessible i modificable; posa l'accent en el desenvolupament col·laboratiu, més que en la filosofia de les llibertats.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Gratuït (freeware)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pot usar sense pagar, però el codi font NO és accessible ni modificable (per exemple, WhatsApp Desktop).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LLICÈNCIES MÉS USADES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Llicències de programari lliure/obert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595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Llicència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 (GNU General Public License)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Copyleft: si distribueixes una obra derivada, l'has de distribuir també amb llicència GPL i codi font obert.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 més permissiva de la GPL, pensada per a biblioteques: permet enllaçar-la des de programari propietari.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/ BSD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Permissives: pots fer gairebé qualsevol cosa amb el codi (incloent-hi programari propietari derivat), només cal mantenir l'avís de copyright original.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Permissiva, similar a MIT/BSD, però amb una clàusula explícita de protecció de patents.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806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5257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"copyleft" (GPL) és una estratègia legal intel·ligent: usa el mateix dret d'autor per obligar que les millores tornin a ser lliures, en lloc de restringir l'ús.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 ENLLÀ DEL PROGRAMARI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Llicències Creative Commons (CC)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Pensades per a obres no necessàriament de programari (textos, imatges, música, materials educatius com aquests apunts).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combinen quatre condicions: BY (atribució obligatòria), NC (No comercial), ND (No derivades) i SA (Compartir igual / Share-Alike, similar al copyleft).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63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Aquests mateixos apunts es distribueixen sota llicència CC-BY-SA: pots reutilitzar-los i modificar-los sempre que citis l'autor original i mantinguis la mateixa llicència.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REAL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responsabilitat del tècnic informàtic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BSA (Business Software Alliance) i entitats similars auditen empreses per detectar programari sense llicència instal·lat als seus equips. Les multes poden superar els milers d'euros per còpia il·legal, a més de l'obligació de regularitzar-ho.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2860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tècnic de sistemes que instal·la programari piratejat en equips d'una empresa client pot tenir responsabilitat professional directa, no només l'empresa: per això cal documentar sempre les llicències instal·lades (inventari de programari).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PRÀCTICA PROFESSIONAL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 d'actius de programari (SAM)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lipboar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 de llicències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Mantenir un registre de tot el programari instal·lat, amb el tipus de llicència i el nombre de còpies autoritzades.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 periòdica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Comprovar que el nombre d'instal·lacions no supera el de llicències adquirides (auditoria interna).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unlock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lliures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alternatives de programari lliure/obert (LibreOffice, GIMP, Linux) quan el pressupost o els requisits ho permetin.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programari és una obra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Protegit per la LPI com qualsevol obra literària, amb drets morals (irrenunciables) i d'explotació (llicenciables).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nloc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Lliure ≠ gratuït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software fa referència a la llibertat (executar, estudiar, modificar, redistribuir), no necessàriament al preu.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opy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Copyleft vs. permissives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obliga a mantenir la llibertat en les obres derivades; MIT/BSD/Apache permeten gairebé qualsevol ús, fins i tot propietari.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petita empresa vol renovar el seu parc informàtic amb el mínim cost possible.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grups de 3: proposeu, per a cada lloc de treball, quin sistema operatiu i quin paquet ofimàtic instal·laríeu (propietari o lliure), justificant l'elecció des del punt de vista legal i econòmic. Indiqueu com documentaríeu l'inventari de llicències resultant.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grup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Compliment legal a l'àmbit tecnològic (LOPDGDD, LSSI i LPI)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INCIBE — incibe.es/empresas/que-te-interesa/cumplimiento-legal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de Propiedad Intelectual (LPI)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Decreto Legislativo 1/1996 — boe.es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Software Foundation — Les 4 llibertats del programari lliure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gnu.org/philosophy/free-sw.html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Commons — Tipus de llicències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creativecommons.org/licenses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2026-09-08T20:09:31Z</dcterms:created>
  <dcterms:modified xsi:type="dcterms:W3CDTF">2026-09-08T20:09:31Z</dcterms:modified>
</cp:coreProperties>
</file>