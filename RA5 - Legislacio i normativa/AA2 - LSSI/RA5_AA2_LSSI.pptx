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RA5 · NF4-AA2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LSSI: comerç electrònic i serveis d'Internet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glob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llei que regula webs, cookies, publicitat i contractació en línia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glob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regula la LSSI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Comerç electrònic, contractació en línia, publicitat i intermediació a Internet.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ooki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i publicitat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s'han de gestionar legalment les galetes web i les comunicacions comercials.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Obligacions dels prestadors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Què ha de complir qualsevol web o botiga en línia perquè sigui legal.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LSSI complementa el RGPD, no el substitueix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Compliment legal tecnològic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l'àmbit tecnològic conviuen tres normatives: LOPD-GDD (dades personals), LSSI (serveis d'Internet) i LPI (propietat intel·lectual). Sovint un mateix projecte web n'ha de complir les tres alhora.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Encara que el servei sigui gratuït...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LSSI s'aplica igualment si l'activitat genera ingressos indirectes (per exemple, publicitat), encara que el client no pagui res directament pel servei.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LEGAL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és i on s'aplica la LSSI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Llei 34/2002, de Serveis de la Societat de la Informació i Comerç Electrònic: defineix el marc legal del comerç electrònic, la contractació en línia, la informació i publicitat, i els serveis d'intermediació.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5168" y="37490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20928" y="411480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8" name="Image 0" descr="/tmp/claude-0/-home-user-SMX-0226-Seguretat-Informatica/cec25c9b-7e93-584a-a64a-196540977a59/scratchpad/build/icons/build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4325112"/>
            <a:ext cx="402336" cy="4023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0928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S'aplica quan...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20928" y="5623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servei es presta a l'estat espanyol: web ubicades al territori espanyol, o empreses que hi tributen.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324448" y="37490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690208" y="411480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3" name="Image 1" descr="/tmp/claude-0/-home-user-SMX-0226-Seguretat-Informatica/cec25c9b-7e93-584a-a64a-196540977a59/scratchpad/build/icons/glob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432511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90208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Activitat econòmica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6690208" y="56235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l'activitat és econòmica o lucrativa pel prestador, encara que sigui gratuïta pel client (per exemple, ingressos per publicitat a la web).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PRESTADORS DE SERVEIS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Obligacions d'informació general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clipboard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Qualsevol web amb activitat comercial ha de mostrar de manera accessible: nom de l'empresa, adreça, NIF, forma de contacte, dades d'inscripció registral i codis de conducta.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10789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hi ha preus, han de ser clars i precisos: indicant si els impostos ja hi estan inclosos, les despeses d'enviament i la forma de pagament.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Aquesta informació es coneix habitualment com "Avís Legal" i sol trobar-se a un enllaç del peu de pàgina.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TEMA CLAU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Cookies: què són i com regular-les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ooki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és una cookie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Arxiu que s'instal·la al navegador del client i permet emmagatzemar i recuperar informació (per exemple, recordar les preferències de navegació) en connexions posteriors.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Regulació combinada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LSSI regula el seu ús, combinada amb el RGPD, i limita quina utilització se'n fa. Es distingeixen quatre tipus: tècniques, de personalització, d'anàlisi i publicitàries.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notificar-les i obtenir consentiment de l'usuari, EXCEPTE les tècniques (necessàries pel funcionament de la web).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Sancions per incompliment de la política de cookies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Sanció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Incompliment de la política de cookies (2019)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Freshly Cosmetics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Preselecció de les cookies a la seva web (2023)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840480"/>
            <a:ext cx="10789920" cy="1463040"/>
          </a:xfrm>
          <a:prstGeom prst="roundRect">
            <a:avLst>
              <a:gd name="adj" fmla="val 6250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434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3977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Novetat 2023: s'accepta com a alternativa vàlida al "mur de cookies" el "mur de pagament": si no acceptes les cookies, no pots accedir al contingut gratuït de la web.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MÀRQUETING DIGITAL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Publicitat electrònica i correu comercial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LSSI regula tota forma de comunicació comercial per mitjans electrònics: correu electrònic, SMS, MMS, xats...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 d'informar que es tracta de publicitat: marcar el correu com "publi" o "publicitat".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S'ha d'incloure sempre un enllaç per donar-se de baixa (opt-out).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prohibeix expressament l'spam: l'enviament de correu comercial sense consentiment previ del destinatari.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PER INTERNET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Comerç electrònic i contractació en línia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Abans de contractar, cal informar clarament de: característiques del producte, preu final (amb impostos i despeses d'enviament), forma de pagament i d'enviament, durada de l'oferta, dret de desistiment i idioma de la contractació.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Després de contractar, com a màxim en 24 hores, cal confirmar la compra per escrit amb totes les dades.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10789920" cy="1097280"/>
          </a:xfrm>
          <a:prstGeom prst="roundRect">
            <a:avLst>
              <a:gd name="adj" fmla="val 8333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709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 té dret de desistiment durant 14 dies naturals, sense justificar la decisió ni pagar cap penalització.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ALTRES ACTORS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Proveïdors de serveis d'Internet (ISP, hosting...)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serve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són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Empreses de connexió a Internet (ISP), prestadors d'allotjament (hosting), cercadors i proveïdors d'enllaços.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lipboar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Obligacions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Col·laborar amb els requeriments de les autoritats i informar els clients dels mitjans tècnics de seguretat, els que apliquen ells i les responsabilitats dels usuaris.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proveïdors de serveis NO són responsables dels continguts que hi circulen, tret que no actuïn amb diligència per retirar-los o bloquejar-los un cop en tenen coneixement.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glob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Àmbit ampli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S'aplica a qualsevol web amb activitat econòmica, encara que el servei sigui gratuït pel client.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ooki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Cookies i consentiment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 i consentiment obligatoris, excepte les tècniques.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balance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Comerç electrònic transparent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 clara abans i confirmació escrita després de contractar, amb 14 dies de desistiment.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antic alumne crea una botiga en línia de material informàtic reciclat.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parelles: elaboreu una llista de comprovació (checklist) de 6 punts que hauria de complir la seva web per adequar-se a la LSSI, incloent l'avís legal, la política de cookies i la informació prèvia a la contractació.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parelles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NF4-AA2: LSSI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Llicència CC-BY-SA-4.0 — github.com/SMX-0226SI/Materials/blob/main/NF4/02.LSSI/lssi.md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LSSI — text legal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lssi.mineco.gob.es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AEPD — Guia sobre l'ús de cookies (2023)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aepd.es/documento/guia-cookies.pdf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CC BY-SA 4.0 · Adaptat de "Materials" (SMX-0226SI), Carlos Alonso Martínez, Escola Pia de Mataró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2026-09-08T20:09:31Z</dcterms:created>
  <dcterms:modified xsi:type="dcterms:W3CDTF">2026-09-08T20:09:31Z</dcterms:modified>
</cp:coreProperties>
</file>