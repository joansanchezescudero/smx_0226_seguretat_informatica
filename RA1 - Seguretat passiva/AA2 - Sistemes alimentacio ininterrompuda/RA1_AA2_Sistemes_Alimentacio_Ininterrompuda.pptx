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27"/>
    <p:sldId id="265" r:id="rId11"/>
    <p:sldId id="277" r:id="rId28"/>
    <p:sldId id="266" r:id="rId12"/>
    <p:sldId id="267" r:id="rId13"/>
    <p:sldId id="268" r:id="rId14"/>
    <p:sldId id="269" r:id="rId15"/>
    <p:sldId id="278" r:id="rId29"/>
    <p:sldId id="270" r:id="rId16"/>
    <p:sldId id="271" r:id="rId17"/>
    <p:sldId id="279" r:id="rId30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0.xml"/><Relationship Id="rId28" Type="http://schemas.openxmlformats.org/officeDocument/2006/relationships/slide" Target="slides/slide12.xml"/><Relationship Id="rId29" Type="http://schemas.openxmlformats.org/officeDocument/2006/relationships/slide" Target="slides/slide17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hyperlink" Target="https://ioc.xtec.cat/materials/FP/Recursos/fp_smx_m06_/web/fp_smx_m06_htmlindex/WebContent/u1/a2/continguts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331720"/>
            <a:ext cx="9326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d'alimentació ininterrompuda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6576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un tall de llum no aturi mai la feina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2976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246888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Problemes elèctrics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Apagades, sobretensions, baixades de tensió i variacions de freqüència: què són i per què fan mal.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 un SAI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Parts, indicadors d'estat i els tres tipus principals: standby, interactiu de línia i online.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gau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Escollir el SAI adequat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Càrrega, autonomia i capacitat: com calcular quin SAI necessita cada equip.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COMENÇAR, UNA ANALOGIA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els pneumàtics d'un cotxe...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c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PNEUMÀTICS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cotxe necessita un model i una pressió concrets. Massa poca pressió: perill. Massa pes: cal pujar-la, però mai per sobre del límit.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equip necessita un SAI adequat. Un SAI domèstic no serveix per a un centre de dades, i mai s'hi ha de connectar més càrrega de la que suporta.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tall de llum no avisa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3000" y="2697480"/>
            <a:ext cx="1737360" cy="173736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5" name="Image 0" descr="/home/claude/pptx_build/icons/pl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3131820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931920" y="2194560"/>
            <a:ext cx="7223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pèrdua sobtada de corrent atura l'ordinador a l'instant.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 malmetre el maquinari.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 provocar pèrdua de dades vitals que encara no s'havien desat.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931920" y="4297680"/>
            <a:ext cx="7223760" cy="1737360"/>
          </a:xfrm>
          <a:prstGeom prst="roundRect">
            <a:avLst>
              <a:gd name="adj" fmla="val 631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251960" y="42976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SAI (UPS en anglès) garanteix alimentació contínua i de bona qualitat, encara que hi hagi talls de llum.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PROBLEMES ELÈCTRICS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maneres de fer malbé un equip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354580"/>
            <a:ext cx="868680" cy="86868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6" name="Image 0" descr="/home/claude/pptx_build/icons/pl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717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Apagades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6517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total del subministrament elèctric.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69380" y="23545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7175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Sobretensions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6517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voltatge puja per sobre del que hauria de ser.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91540" y="445770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batteryhal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7487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Baixades de tensió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754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voltatge baixa per sota del que hauria de ser.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2648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69380" y="445770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wi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7487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Variació de freqüència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754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senyal ja no va als 50 Hz habituals a Europa.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SOBRETENSIONS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rebre “més” no és bo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dispositiu electrònic està dissenyat per rebre un voltatge màxim concret. Superar-lo el pot fer malbé a l'instant.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383280" cy="2377440"/>
          </a:xfrm>
          <a:prstGeom prst="roundRect">
            <a:avLst>
              <a:gd name="adj" fmla="val 4615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1,35 V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tensió normal de funcionament d'un LED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2377440"/>
            <a:ext cx="3383280" cy="2377440"/>
          </a:xfrm>
          <a:prstGeom prst="roundRect">
            <a:avLst>
              <a:gd name="adj" fmla="val 4615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43484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 V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5661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tensió màxima que suporta abans de fer-se malbé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55280" y="2377440"/>
            <a:ext cx="3383280" cy="2377440"/>
          </a:xfrm>
          <a:prstGeom prst="roundRect">
            <a:avLst>
              <a:gd name="adj" fmla="val 4615"/>
            </a:avLst>
          </a:prstGeom>
          <a:solidFill>
            <a:srgbClr val="D6454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13816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V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35661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connectem a 2 piles d'1,5V... es fon a l'instant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aparells elèctrics funcionen amb la mateixa lògica: una sobretensió pot cremar-los a l'instant.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SOBRETENSIONS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D'on venen i com ens protegim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37260" y="2217420"/>
            <a:ext cx="960120" cy="96012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4231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habituals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204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Apagades i talls de llum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Llamps (les més perilloses)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Curtcircuits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Grans motors o aires condicionats que alteren la línia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1510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pl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83880" y="22402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Descarregador de sobretensió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995160" y="35204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bàsica i econòmica per a PC, monitors i impressores.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tots els endolls múltiples en porten: cal comprovar-ho.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Davant d'una tempesta, el més segur és desendollar l'equip.</a:t>
            </a:r>
            <a:endParaRPr lang="en-US" sz="1300" dirty="0"/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5B6B77"/>
                </a:solidFill>
              </a:rPr>
              <a:t>Els llamps poden provocar sobretensions tan altes que el propi descarregador no les pugui filtrar: per això cal desendollar l'equip, no només confiar-hi.</a:t>
            </a:r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BAIXADES DE TENSIÓ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el voltatge cau momentàniament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3000" y="2697480"/>
            <a:ext cx="1737360" cy="173736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5" name="Image 0" descr="/home/claude/pptx_build/icons/battery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3131820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931920" y="210312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Menys serioses que les sobretensions: la majoria d'equips toleren fluctuacions grans.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gran que arrenca consumeix molt corrent de cop i “roba” tensió a la resta de la línia.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931920" y="3840480"/>
            <a:ext cx="7223760" cy="2103120"/>
          </a:xfrm>
          <a:prstGeom prst="roundRect">
            <a:avLst>
              <a:gd name="adj" fmla="val 5217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251960" y="4069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Regulador de voltatge (VRM)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251960" y="45262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electrònic que manté el nivell de voltatge d'una línia elèctrica, eliminant tant sobretensions com baixades de tensió. Un VRM és un regulador contingut en una unitat reemplaçable.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Bateria + protecció, en un sol aparell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737360" y="242316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6" name="Image 0" descr="/home/claude/pptx_build/icons/batt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26746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Bateria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Subministra electricitat als equips connectats quan falla la línia principal.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1031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440680" y="242316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40" y="267462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0233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sobretensions, baixades de tensió i soroll de línia abans que arribin a l'equip.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1031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44000" y="242316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5460" y="267462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0233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pocs minuts a diverses hores, segons el model: temps per aturar tot de manera ordenada.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cal encara més temps, el SAI pot donar marge fins que arrenqui un grup electrogen.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SAI de la companyia APC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Part davantera: el panell frontal mostra l'estat i els indicadors de línia/bateria.</a:t>
            </a:r>
          </a:p>
        </p:txBody>
      </p:sp>
      <p:pic>
        <p:nvPicPr>
          <p:cNvPr id="5" name="Picture 4" descr="foto_sai_apc_dav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9927" y="1920240"/>
            <a:ext cx="3291840" cy="3588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64624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SAI de la companyia APC (part davantera).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DINS D'UN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6 parts principals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943100" y="2029968"/>
            <a:ext cx="731520" cy="7315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exch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212848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852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Circuits d'inversió/conversió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Transformen corrent altern ↔ continu.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600700" y="2029968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0" y="221284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2852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Bateria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mida i autonomia del SAI.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638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258300" y="2029968"/>
            <a:ext cx="731520" cy="7315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plu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0" y="2212848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46720" y="2852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Interruptor principal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04672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o desactiva la sortida elèctrica.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1943100" y="4178808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chargingst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5980" y="436168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" y="50017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de sortida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7315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es connecten els equips a protegir.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062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5600700" y="4178808"/>
            <a:ext cx="731520" cy="7315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26" name="Image 4" descr="/home/claude/pptx_build/icons/bel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3580" y="4361688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389120" y="50017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Indicadors d'estat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3891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i alarmes sonores.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638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9258300" y="4178808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31" name="Image 5" descr="/home/claude/pptx_build/icons/deskt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1180" y="4361688"/>
            <a:ext cx="365760" cy="36576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46720" y="50017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de control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0467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Monitoratge des de l'ordinador.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SAI de la companyia APC (part posterior)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S'hi veuen els connectors de sortida i l'interruptor principal.</a:t>
            </a:r>
          </a:p>
        </p:txBody>
      </p:sp>
      <p:pic>
        <p:nvPicPr>
          <p:cNvPr id="5" name="Picture 4" descr="foto_sai_apc_darr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7558" y="1920240"/>
            <a:ext cx="2396578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SAI de la companyia APC (part posterior).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D'UN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indicadors ens parlen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30886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5146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1031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línia (online)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49631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amb corrent de la línia elèctrica normal.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492240" y="2308860"/>
            <a:ext cx="822960" cy="82296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25146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52360" y="21031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bateria (on battery)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452360" y="249631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amb l'energia de la bateria.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14400" y="4274820"/>
            <a:ext cx="822960" cy="822960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p/>
        </p:txBody>
      </p:sp>
      <p:pic>
        <p:nvPicPr>
          <p:cNvPr id="16" name="Image 2" descr="/home/claude/pptx_build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48056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874520" y="4069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Sobrecàrrega (overload)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874520" y="446227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 ha més equips connectats dels que el SAI pot gestionar.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84048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92240" y="4274820"/>
            <a:ext cx="822960" cy="82296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batteryhal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48056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4069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Substituir bateria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452360" y="446227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bateria està en mal estat i cal canviar-la.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Alguns SAI tenen també alarmes sonores, per si no esteu mirant els llums en aquell moment.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D'UN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programari de monitoratge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93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88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6" name="Image 0" descr="/home/claude/pptx_build/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5306" y="293751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0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30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Càrrega, condicions ambientals...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779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374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1" descr="/home/claude/pptx_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293751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16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916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d'esdeveniments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65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660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6" name="Image 2" descr="/home/claude/pptx_build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306" y="293751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02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Diagnòstic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5202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Comprovacions programades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7351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946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3306" y="293751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88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Alarmes PC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488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Notificacions a l'ordinador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637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10232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6" name="Image 4" descr="/home/claude/pptx_build/icons/deskt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9306" y="2937510"/>
            <a:ext cx="434340" cy="4343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74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Apagada automàtica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9774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Tanca el sistema de forma segura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Connectant un cable (avui, normalment USB) del SAI a l'ordinador.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TIPUS DE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Standby, interactiu de línia o online?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Standby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bateria només actua quan falla la línia. Temps de transferència breu. Barat, per a PC domèstics.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18745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26280" y="21488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Interactiu de línia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324612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L'inversor/convertidor sempre és a la sortida: resposta més ràpida. Per a petites empreses i servidors web.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18745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229600" y="21488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24612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L'ordinador sempre rep corrent de la bateria. Sense temps de transferència. Car, per a centres de dades.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GRAN DIFERÈNCIA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“temps de transferència”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3726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exch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3774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Standby / interactiu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6616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 ha un breu interval (fracció de segon) entre el tall de llum i el moment en què la bateria alimenta l'ordinador. És prou curt per no notar-se, però existeix.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15100" y="2217420"/>
            <a:ext cx="960120" cy="9601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1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83880" y="23774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56616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L'ordinador sempre rep alimentació de la bateria, tant si hi ha llum de línia com si no. Zero temps de transferència: la protecció més robusta que existeix.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Tipus de SAI: el “temps de transferència”</a:t>
            </a:r>
          </a:p>
        </p:txBody>
      </p:sp>
      <p:pic>
        <p:nvPicPr>
          <p:cNvPr id="4" name="Picture 3" descr="sai_tipus_trans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201" y="1920240"/>
            <a:ext cx="761129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Com més curt el temps de transferència, més robusta la protecció: el SAI online no en té gens.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ESCOLLIR EL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Càrrega, autonomia i capacitat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Càrrega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 d'equips connectats al SAI.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7830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8056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que el SAI pot alimentar aquesta càrrega.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7830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18388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potència màxima que el SAI pot subministrar.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Exemple real: SAI APC Back-UPS 550VA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5486400" cy="192024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Càrrega (VA)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Autonomia (minuts)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VA (87% de la capacitat)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400800" y="384048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6675120" y="40690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més càrrega hi connectis, menys autonomia tindràs.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6675120" y="48463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només 4 minuts, cal decidir si n'hi ha prou per aturar els equips de manera ordenada.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AMB LES UNITATS!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Watts (W) ≠ Voltamperes (VA)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3E6680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Potència real (W)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consumeix realment la càrrega. La que has de calcular sumant el consum dels teus equips.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9202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2A54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Potència aparent (VA)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606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subministra el SAI. Sempre és igual o més gran que la potència real.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0607040" cy="1920240"/>
          </a:xfrm>
          <a:prstGeom prst="roundRect">
            <a:avLst>
              <a:gd name="adj" fmla="val 5714"/>
            </a:avLst>
          </a:prstGeom>
          <a:solidFill>
            <a:srgbClr val="D64545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4389120"/>
            <a:ext cx="1188720" cy="11887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4686300"/>
            <a:ext cx="594360" cy="5943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468880" y="4251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habitual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461772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SAI de 300 W / 500 VA NO serveix per a una càrrega de 400 W, encara que “400 no arribi a 500”. Cal comparar W amb W, mai W amb VA.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Watts (W) ≠ Voltamperes (VA)</a:t>
            </a:r>
          </a:p>
        </p:txBody>
      </p:sp>
      <p:pic>
        <p:nvPicPr>
          <p:cNvPr id="4" name="Picture 3" descr="w_vs_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920240"/>
            <a:ext cx="6400800" cy="42005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57925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La potència real (W) s'obté multiplicant la potència aparent (VA) pel factor de potència (FP).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L'HORA DE DECIDIR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Escollir i ubicar el SAI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28800" y="214884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w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540" y="23545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Quina càrrega haurà de suportar?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la potència real (W) de tots els equips a protegir.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5196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532120" y="214884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1" name="Image 1" descr="/home/claude/pptx_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23545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autonomia vols?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Pocs minuts per aturar equips, o hores per a un servidor crític.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5528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9235440" y="214884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0" y="23545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quin espai disposes?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lloc a prop dels equips i bona ventilació.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52628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1005840" y="47548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21" name="Image 3" descr="/home/claude/pptx_build/icons/thermome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49834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194560" y="466344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Alguns SAI generen molta calor. Si la sala no està ben climatitzada, poden malmetre el propi maquinari que haurien de protegir. I recorda: cables sempre ben recollits, mai enmig del pas.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5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problemes elèctrics: apagades, sobretensions, baixades de tensió i variació de freqüència.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8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SAI combina bateria + protecció elèctrica per als equips connectats.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p/>
        </p:txBody>
      </p:sp>
      <p:pic>
        <p:nvPicPr>
          <p:cNvPr id="11" name="Image 2" descr="/home/claude/pptx_build/icons/exch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tipus de SAI: standby, interactiu de línia i online (sense temps de transferència).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14" name="Image 3" descr="/home/claude/pptx_build/icons/gau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Escollir un SAI: calcula la càrrega en watts (W), mai en VA, i pensa l'autonomia que necessites.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240280"/>
            <a:ext cx="850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 d'escollir un SAI per a un petit despatx amb 3 ordinadors i 1 servidor.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657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quin tipus de SAI (standby, interactiu o online) triaríeu, quina autonomia demanaríeu i com calcularíeu la càrrega necessària (en W).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249174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  <p:txBody>
          <a:bodyPr/>
          <a:p/>
        </p:txBody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7317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94560" y="2331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d'alimentació ininterrompuda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7889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2</a:t>
            </a:r>
            <a:endParaRPr lang="en-US" sz="125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94560" y="3200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https://ioc.xtec.cat/materials/FP/Recursos/fp_smx_m06_/web/fp_smx_m06_htmlindex/WebContent/u1/a2/continguts.html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2026-09-03T17:17:40Z</dcterms:created>
  <dcterms:modified xsi:type="dcterms:W3CDTF">2026-09-03T17:17:40Z</dcterms:modified>
</cp:coreProperties>
</file>