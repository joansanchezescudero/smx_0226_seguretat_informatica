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 i monitorització de la xarxa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què hi ha connectat i què hi circula, per poder-ho protegir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itema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 de xarxa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i escàners de xarxa: com descobrir automàticament tots els dispositius connectats.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binoculars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Monitorització i sniffers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capturar i analitzar el trànsit real que circula per la xarxa, amb Wireshark.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wifi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sense fils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WEP a WPA3: l'evolució dels protocols de seguretat Wi-Fi.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 equips, un sol tècnic: cal automatitzar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repte de l'escala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Imagineu una empresa amb 1.000 equips connectats. Com podríeu saber quins dispositius hi ha, quina IP i MAC tenen, i quins serveis executen, sense comprovar-ho un per un manualment?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físic vs. mapa lògic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físic representa la ubicació real dels equips i la distribució del cablejat. El mapa lògic representa com estan interconnectats entre ells, independentment de la seva ubicació física.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AUTOMATITZANT L'INVENTARI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SNMP i escàners de xarxa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SNMP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gestionar i monitoritzar dispositius de xarxa (routers, switches, servidors, impressores). Model client-servidor: els dispositius actuen com a agents que recopilen informació, i el sistema de gestió com a gestor SNMP.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Escàners de xarxa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Descobreixen dispositius enviant paquets i analitzant respostes (Nmap, Angry IP Scanner). A diferència de SNMP, NO necessiten cap agent instal·lat al dispositiu objectiu.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Exploració activa (envia paquets i espera resposta) vs. passiva (només escolta el trànsit ja existent). En pentesting, sempre s'usa el mode passiu per no ser detectat.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Inventariant serveis amb Nmap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coneixeu Nmap del RA3 (vulnerabilitats): aquí l'apliquem a l'inventari sistemàtic de tota una xarxa.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017520"/>
            <a:ext cx="10789920" cy="2651760"/>
          </a:xfrm>
          <a:prstGeom prst="roundRect">
            <a:avLst>
              <a:gd name="adj" fmla="val 3448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31546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"nmap -sn 192.168.1.0/24" fa un descobriment d'amfitrions (host discovery): identifica quins dispositius estan actius a tota una subxarxa, sense necessitat d'escanejar-ne els ports. És el primer pas per construir un inventari complet.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ESCOLTANT LA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Sniffers: monitorització del trànsit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sniffer (com Wireshark) captura i analitza els paquets que circulen per la xarxa en temps real.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5168" y="33832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20928" y="37490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8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3959352"/>
            <a:ext cx="402336" cy="4023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20928" y="4754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Ús legítim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1020928" y="5257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Diagnosticar problemes de xarxa, analitzar el rendiment, verificar el trànsit.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24448" y="3383280"/>
            <a:ext cx="52120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90208" y="374904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3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3959352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90208" y="47548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 de seguretat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690208" y="52578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s'usa en una xarxa NO xifrada, un atacant pot capturar contrasenyes i dades privades; eines avançades permeten fins i tot modificar paquets (man-in-the-middle).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VEURE TOT EL TRÀNSIT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 promiscu i port mirroring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d'un equip normal, la targeta de xarxa només rep el trànsit destinat a ella mateixa. Per veure TOT el trànsit de la xarxa calen dues accions: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Posar la targeta de xarxa en mode promiscu, que li fa acceptar tots els paquets, siguin o no destinats a l'equip.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Configurar un port mirroring al switch: duplica el trànsit d'un port o VLAN i l'envia a un altre port on hi ha connectat l'equip amb el sniffer.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9377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977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sense port mirroring: un "LAN tap", que s'instal·la físicament entre el switch i el router/servidor per interceptar el trànsit.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Capturant i analitzant trànsit amb tshark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tshark és la versió de línia de comandes de Wireshark: permet capturar i filtrar trànsit sense interfície gràfica.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789920" cy="2926080"/>
          </a:xfrm>
          <a:prstGeom prst="roundRect">
            <a:avLst>
              <a:gd name="adj" fmla="val 3125"/>
            </a:avLst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69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971800"/>
            <a:ext cx="9601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"tshark -i lo -w captura.pcap" captura trànsit d'una interfície; "tshark -r captura.pcap -Y http" filtra només les peticions/respostes HTTP capturades, mostrant mètode, URI i codi de resposta de cada petició. Ho practicareu amb una captura real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XIFRAR PER PROTEGIR-SE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 del trànsit de xarxa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evitar que un sniffer obtingui dades llegibles, la informació ha de viatjar xifrada: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(Transport Layer Security): assegura HTTPS i altres protocols (SMTP, IMAP, FTP).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en lloc de Telnet, per a connexions remotes.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(Virtual Private Network): connexions segures a través d'Internet.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CABLES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Seguretat en xarxes sense fils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097280"/>
          </a:xfrm>
          <a:prstGeom prst="roundRect">
            <a:avLst>
              <a:gd name="adj" fmla="val 8333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wifi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una xarxa cablejada, la intrusió requereix accés físic; a una xarxa sense fils, es pot accedir des de qualsevol lloc dins l'àrea de cobertura.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052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Obsolet i molt insegur des de 2004 (xifrat RC4, clau estàtica).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Millora el WEP (clau dinàmica TKIP), però també vulnerable; no recomanat.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amb clau de 128 bits. Popular i en general segur, amb vulnerabilitats conegudes (KRACK).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més recent i segur: AES 192 bits (empresarial), clau única per comunicació, SAE en lloc de PSK.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itemap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Inventariar és el primer pas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SNMP i escàners de xarxa (Nmap) permeten conèixer automàticament què hi ha connectat.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binoculars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Monitoritzar és necessari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sniffers (Wireshark/tshark) diagnostiquen problemes, però mal utilitzats són també una amenaça.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wifi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WPA3 per defecte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 que sigui possible, cal usar WPA3 (o WPA2 com a mínim) i xifrar el trànsit sensible amb TLS/SSH/VPN.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L'administrador de xarxa d'un institut sospita que hi ha un dispositiu desconegut connectat a la xarxa del professorat.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proposeu un procediment (eines i passos concrets) per confirmar-ho i identificar el dispositiu, i expliqueu quina diferència hi hauria si volguéssiu fer-ho SENSE que el dispositiu sospitós es n'adonés.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NF5-AA2: Inventari i Monitorització de la xarxa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Wireshark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wireshark.org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Nmap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nmap.org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Kaspersky — ¿Qué es WEP, WPA, WPA2 y WPA3?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latam.kaspersky.com/resource-center/definitions/wep-vs-wpa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2026-09-09T14:20:00Z</dcterms:created>
  <dcterms:modified xsi:type="dcterms:W3CDTF">2026-09-09T14:20:00Z</dcterms:modified>
</cp:coreProperties>
</file>