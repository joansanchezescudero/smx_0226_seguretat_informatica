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RA4 · NF5-AA3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Signatura digital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signatur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hash xifrat a la confiança: com sabem que un document és autèntic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ignatur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Signatura digital vs. electrònica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tecnologia (criptografia) i el concepte legal (validesa jurídica): dues coses que sovint es confonen.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idcar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Certificats i CA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 resol el problema de confiar en una clau pública que no coneixem prèviament.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eIDAS: tres nivells legals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Signatura simple, avançada i qualificada: diferent validesa jurídica per a cada ús.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signatur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Signatura digital ≠ signatura electrònica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Signatura digital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el mecanisme TÈCNIC i criptogràfic que s'utilitza per xifrar i protegir les dades d'un document. Es basa en criptografia asimètrica i funcions hash (que vau estudiar al RA3).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Signatura electrònica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el concepte LEGAL i jurídic que atorga validesa a la voluntat d'una persona de signar un document en format digital. Es pot implementar amb diferents mecanismes tècnics: un PIN, un check, o la pròpia signatura digital.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PROCÉS TÈCNIC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es genera i verifica una signatura digital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1) Es calcula el HASH del document (SHA-256). 2) El hash es xifra amb la clau PRIVADA del signant: el resultat és la signatura.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1) El receptor desxifra la signatura amb la clau PÚBLICA del signant. 2) Calcula un nou hash del document rebut. 3) Si tots dos hash coincideixen, el document és autèntic i íntegre.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84048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4805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39776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garanties: Autenticitat (l'emissor és qui diu ser, només ell té la clau privada), Integritat (qualsevol canvi al document canvia el hash) i Vinculació/no-repudi (el signant no pot negar haver signat).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REPTE DE LA IDENTITAT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sabem que una clau pública és de qui diu ser?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un parell de claus vàlides no és suficient: com podem garantir que la clau pública que rebem és realment del propietari, i no d'un impostor?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estratègies: sistemes basats en la confiança (com PGP/OpenPGP: els usuaris es validen mútuament les claus, creant una "xarxa de confiança") i certificats digitals (una entitat de confiança certifica la identitat).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 MAJORITÀRIA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Certificats digitals i el format X.509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certificats (format més habitual: X.509) es basen en un parell de claus, on una entitat certificadora (CA) signa la clau pública de l'usuari o domini per donar-li validesa.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certificat X.509 conté: la clau pública, la identitat del titular, un número de sèrie, la data de caducitat, i la informació de l'entitat emissora — tot signat digitalment per la 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789920" cy="1188720"/>
          </a:xfrm>
          <a:prstGeom prst="roundRect">
            <a:avLst>
              <a:gd name="adj" fmla="val 7692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663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434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autosignats: en entorns privats (servidors interns, proves), és habitual generar un certificat on el mateix emissor (issuer) i el subjecte (subject) coincideixen — el veurem a la pràctica.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SENSE CONÈIXER-SE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Third Party (TTP) i autoritats de certificació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1463040"/>
          </a:xfrm>
          <a:prstGeom prst="roundRect">
            <a:avLst>
              <a:gd name="adj" fmla="val 6250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usershiel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TTP és una entitat independent i neutral, reconeguda per totes les parts, que dona fe que una clau pública pertany realment a una persona, empresa o servidor concret. Igual que confiem en un DNI perquè confiem en l'organisme que l'emet, confiem en un certificat perquè confiem en la CA que l'ha signat.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747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L'Entitat de Certificació (CA) valida la identitat, emet i signa certificats, i gestiona la revocació dels que ja no són vàlids.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jeràrquic: CA Arrel (Root CA, molt protegida, instal·lada de fàbrica als SO/navegadors) → CA Intermèdia (emet els certificats finals) → Certificat de domini/servidor/usuari.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 clau pública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Emet, signa i revoca certificats digitals ("notari digital").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 (Autoritat de Registre)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 la identitat del sol·licitant abans que la CA emeti el certificat.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(Autoritat de Validació)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Comprova en temps real si un certificat és vàlid o revocat (protocol OCSP).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 la data i hora exactes d'una transacció o signatura.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ATACS A LA IDENTITAT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la confiança falla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DigiNotar (2011): una CA reconeguda va ser atacada, i l'atacant hi va poder emetre certificats falsos per a Google i altres dominis. La CA va acabar en fallida.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Atacs homogràfics: registrar dominis amb caràcters visualment similars (per exemple, lletres Unicode) per enganyar l'usuari amb un certificat "vàlid" d'un domini fals.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617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343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Precaucions bàsiques: no compartir mai la clau privada; comprovar sempre el domini i la validesa del certificat; no fer clic en enllaços sospitosos rebuts per correu o SMS.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PRÀCTICA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Generant un certificat X.509 amb OpenSSL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OpenSSL es pot generar, en una sola ordre, una clau privada i un certificat X.509 autosignat.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789920" cy="2926080"/>
          </a:xfrm>
          <a:prstGeom prst="roundRect">
            <a:avLst>
              <a:gd name="adj" fmla="val 3125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69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97180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"openssl req -x509 -newkey rsa:3072 -keyout priv.pem -out cert.pem -days 365 -nodes -subj '/C=ES/O=EverPia SL/CN=intranet.everpia.local'" genera la clau i el certificat en un sol pas. "openssl x509 -in cert.pem -noout -subject -issuer -dates -fingerprint -sha256" en mostra les dades clau: en un certificat autosignat, el subject i l'issuer coincideixen. Ho practicareu a l'exercici guiat.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LEGAL (UE)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 tres nivells de la signatura electrònica (eIDAS)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778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Validesa jurídica molt limitada; fàcil d'impugnar. Ex: nom al final d'un correu, casella "Accepto".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Avançada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Identificació única, control exclusiu i integritat garantida. Ex: signar un contracte amb codi SMS de confirmació.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Qualificada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Equivalència legal directa a la signatura manuscrita. Requereix certificat qualificat (FNMT, idCAT, DNIe) i dispositiu segur (QSCD).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ignatur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 vs. llei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Signatura digital (criptografia) i signatura electrònica (validesa legal) són conceptes diferents, sovint complementaris.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idcar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Certificats i CA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Resolen el problema de confiar en una clau pública desconeguda, mitjançant una jerarquia d'entitats de confiança.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nivells eIDAS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avançada i qualificada: cada tràmit exigeix un nivell diferent de validesa jurídica.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empresa vol digitalitzar la signatura dels contractes laborals dels nous empleats.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decidiu quin dels tres nivells de signatura electrònica (simple, avançada o qualificada) recomanaríeu per a aquest cas, justificant la resposta, i expliqueu quin mecanisme tècnic concret utilitzaríeu per implementar-la.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NF5-AA3: Signatura Digital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Signicat — Electronic signature: what is it and how to use it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signicat.com/blog/electronic-signature-what-is-it-and-how-to-use-it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Reglament eIDAS (UE) 910/2014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eur-lex.europa.eu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OpenSSL — Generate a CSR / certificat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phoenixnap.com/kb/generate-openssl-certificate-signing-request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2026-09-09T14:24:31Z</dcterms:created>
  <dcterms:modified xsi:type="dcterms:W3CDTF">2026-09-09T14:24:31Z</dcterms:modified>
</cp:coreProperties>
</file>