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RA4 · NF5-AA1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Enginyeria social i phishing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mas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línia de defensa més feble no és la tecnologia: som nosaltres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mas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Tècniques d'enginyeria social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vishing, smishing, pretexting, baiting: com enganyen a les persones per aconseguir informació o accés.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envelop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Correu no desitjat (spam)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legal, tècniques de filtratge i protocols d'autenticació de correu (SPF, DKIM, DMARC).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Prevenció i mitigació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Formació, MFA, mínim privilegi i protocols de resposta davant un possible atac.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mas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factor humà, l'objectiu preferit dels atacants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què ataquen les persones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eines de protecció tecnològiques (firewalls, IDS/IPS, antivirus) són cada cop més robustes. Per això els ciberdelinqüents prefereixen atacar la línia de defensa més feble: l'usuari final.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 Mitnick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dels hackers més famosos dels anys 90, expert en aconseguir accés mitjançant enginyeria social (incloent-hi la cerca d'informació a la brossa de les empreses). Va escriure "The Art of Deception", un clàssic sobre el tema.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 DIGITAL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Phishing, spear phishing i whaling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Tècnica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Enviament massiu de correus que simulen provenir de fonts fiables (bancs, botigues, l'empresa mateixa), per capturar contrasenyes o dades bancàries.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 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 personalitzada dirigida a una persona o departament concret, usant informació específica de la víctima per fer l'atac més convincent.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 phishing dirigit a executius d'alta direcció (CEO, CFO), amb un impacte potencial elevadíssim.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ALTRES CANALS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Smishing, vishing i tècniques de contextualització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mobi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 i vishing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Smishing: enginyeria social via SMS, amb enllaços maliciosos o peticions urgents. Vishing: enginyeria social telefònica, suplantant suport tècnic o entitats bancàries.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ser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Pretexting i baiting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Pretexting: l'atacant crea un escenari fictici (ex: tècnic de TI urgent) per guanyar-se la confiança. Baiting: un esquer físic/digital atractiu (ex: USB infectat amb l'etiqueta "Nòmines_2026.xlsx").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la IA, els atacants poden generar veus i videoconferències falses (deepfake) amb gran realisme, fent el vishing encara més creïble.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 DIRECTA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surfing i dumpster diving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ey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Shoulder surfing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 directa de les tecles o pantalles quan la víctima escriu contrasenyes, PINs o codis d'accés.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tras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Dumpster diving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d'informació confidencial (llistes d'usuaris, manuals, contrasenyes anotades) en paper no destruït adequadament.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Impacte en organitzacions i empreses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 del CEO / del proveïdor: suplantant un directiu o interceptant factures, els atacants aconsegueixen que els empleats facin transferències fraudulentes.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Infecció per ransomware: més del 80% dels atacs de ransomware s'inicien amb un correu de phishing.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 de dades i sancions legals (RGPD/LOPDGDD): el robatori d'informació comporta pèrdues econòmiques, danys reputacionals i sancions administratives.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VELL CONEGUT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Correu no desitjat (spam)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correu brossa (spam) provoca dos grans inconvenients: consum de recursos de xarxa (congestió) i saturació de bústies, que pot bloquejar correus legítims.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3520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LSSI-CE estableix que l'enviament de correu comercial sense consentiment previ del destinatari és una infracció greu. La majoria del spam, però, prové de fora de l'àmbit legal i no es pot perseguir.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TÈCNICA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 d'autenticació de correu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Especifica quins servidors estan autoritzats a enviar correu en nom d'un domini.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Afegeix una signatura digital al correu, que permet verificar que no ha estat alterat en trànsit.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DMARC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 com han de tractar-se els correus que no compleixen SPF/DKIM (carpeta de spam o rebuig directe).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malament aquests protocols pel propi domini fa que ALTRES servidors marquin els nostres correus com a sospitosos.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es detecta el correu brossa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Llistes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Negres (dominis/IP coneguts com a spammers), blanques (confiança total) i grises (retard temporal per detectar servidors legítims que reintenten).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Filtres heurístics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Analitzen el contingut buscant patrons típics de spam (paraules clau, enllaços sospitosos); sumen punts fins a superar un llindar.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hartlin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Filtratge bayesià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Aprenentatge automàtic que calcula la probabilitat de spam a partir de l'historial de correus classificats per l'usuari.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EN PROFUNDITAT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Estratègies de prevenció i mitigació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 i conscienciació contínua: simulacres periòdics de phishing i formació en identificació d'indicadors de sospita.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 multifactor (MFA/2FA): encara que el delinqüent aconsegueixi la contrasenya, necessitarà un segon factor.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del mínim privilegi: cada usuari només accedeix a la informació estrictament necessària per a la seva feina.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Polítiques de seguretat i protocols de resposta: notificació immediata i desconnexió ràpida de sistemes compromesos.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de correu i sistemes de detecció: bloquejar missatges sospitosos abans que arribin a l'usuari.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mas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factor humà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L'enginyeria social ataca la manipulació psicològica, no el codi: firewalls perfectes no protegeixen d'un clic imprudent.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envelop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SPF/DKIM/DMARC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correctament aquests protocols és essencial perquè els propis correus siguin considerats legítims.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usershiel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+ formació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combinació de mesures tècniques (MFA) i humanes (formació contínua) és la defensa més eficaç contra el phishing.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departament de comptabilitat rep un correu del "director general" demanant una transferència urgent a un nou proveïdor, amb to d'urgència i confidencialitat.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identifiqueu quina tècnica d'enginyeria social és aquesta, quins 3 indicadors de sospita hauria de detectar l'empleat, i quin protocol intern (procediment de verificació) hauria d'existir a l'empresa per evitar-ho.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NF5-AA1: Enginyeria Social, Fraus i Robatori d'Informació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INCIBE — Fraude del CEO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incibe.es/empresas/blog/fraude-del-ceo-el-engano-que-puede-vaciar-la-cuenta-de-tu-pyme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ESET — Phishing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eset.com/es/caracteristicas/phishing/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PowerDMARC — All About SPF, DKIM, and DMARC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powerdmarc.com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2026-09-09T14:26:44Z</dcterms:created>
  <dcterms:modified xsi:type="dcterms:W3CDTF">2026-09-09T14:26:44Z</dcterms:modified>
</cp:coreProperties>
</file>