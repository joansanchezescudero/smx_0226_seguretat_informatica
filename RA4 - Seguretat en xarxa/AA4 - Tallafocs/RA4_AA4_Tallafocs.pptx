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RA4 · NF5-AA4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Tallafocs (Firewall)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porter digital que decideix qui entra i qui surt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Tipus de tallafocs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maquinari, per programari, de xarxa i personal: on se situa cadascun i què protegeix.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Polítiques de filtratge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Denegació per defecte vs. permissió per defecte: dues filosofies oposades de seguretat.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en pràctica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 real de regles de tallafocs a Linux amb Uncomplicated Firewall.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tallafocs: un concepte del món físic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D'on ve el nom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terme "firewall" prové de la construcció: una paret tallafocs és una paret dissenyada per aturar la propagació d'un incendi entre dues zones d'un edifici. Un tallafocs informàtic fa exactament el mateix amb el trànsit de xarxa: n'atura la propagació no autoritzada.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és una solució màgica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tallafocs NOMÉS filtra trànsit segons regles: no detecta malware dins d'un fitxer permès, ni protegeix d'un atac d'enginyeria social. Cal combinar-lo sempre amb altres mesures (antivirus, IDS/IPS, formació).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 un tallafocs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(maquinari, programari o ambdós) que controla el trànsit de xarxa entrant i sortint, permetent o bloquejant-lo segons un conjunt de regles de seguretat predefinides.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 com a barrera entre una xarxa de confiança (interna) i una de no confiança (Internet, o una altra subxarxa).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pel que fa a adreces IP, ports, protocols, i en els tallafocs més avançats, també pel contingut o l'estat de la connexió.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 SITUA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Tipus de tallafocs segons la ubicació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 i funció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maquinari / perimetral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Dispositiu dedicat entre la xarxa interna i Internet; protegeix tota una organització (pfSense, Fortinet, Cisco ASA).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programari / d'equip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Instal·lat al propi sistema operatiu; protegeix un únic equip (UFW/iptables a Linux, Windows Defender Firewall).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al de programari, orientat a usuaris domèstics, sovint integrat en suites de seguretat.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SEGONS LA TECNOLOGIA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Filtratge de paquets vs. inspecció d'estat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Filtratge de paquets (stateless)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Analitza cada paquet de manera independent (IP origen/destí, port, protocol), sense recordar el context de la connexió. Ràpid, però menys segur.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ey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Inspecció d'estat (stateful)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 una taula amb l'estat de cada connexió activa, i només permet trànsit de resposta a connexions ja establertes des de dins. Estàndard actual.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tallafocs de nova generació (NGFW) hi afegeixen inspecció profunda de paquets (DPI), IDS/IPS integrat i filtratge per aplicació.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FILOSOFIES OPOSADES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Polítiques de filtratge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Denegació per defecte (whitelist)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bloqueja TOT per defecte, i només es permet explícitament allò necessari. Més segura, però requereix més manteniment inicial.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Permissió per defecte (blacklist)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permet TOT per defecte, i només es bloqueja explícitament allò conegut com a perillós. Més còmoda, però insegura davant amenaces desconegudes.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pràctica recomanada: denegació per defecte en trànsit ENTRANT, permissió per defecte en trànsit SORTINT (mentre no hi hagi motiu per restringir-lo).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DISSENY DE XARXA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DMZ: la zona desmilitaritzada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DMZ és una subxarxa intermèdia entre la xarxa interna (protegida) i Internet, on se situen els serveis que han de ser accessibles des de l'exterior (servidor web, correu, DNS públic).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atacant compromet un servidor de la DMZ, el tallafocs impedeix que pugui saltar directament a la xarxa interna, limitant l'abast del dany.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Configurant un tallafocs amb UFW (Linux)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(Uncomplicated Firewall) simplifica la gestió d'iptables/nftables amb una sintaxi molt més llegible.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789920" cy="3017520"/>
          </a:xfrm>
          <a:prstGeom prst="roundRect">
            <a:avLst>
              <a:gd name="adj" fmla="val 3030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23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88036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"ufw default deny incoming" aplica denegació per defecte; "ufw allow 22/tcp comment '...'" obre un port concret amb una nota explicativa; "ufw deny from &lt;IP&gt;" bloqueja una IP concreta; "ufw enable" activa el tallafocs; "ufw status verbose" mostra totes les regles actives. Ho practicareu amb captures reals a l'exercici guiat.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regles al llarg del temps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"ufw status numbered" cada regla apareix amb un número, que permet eliminar-la fàcilment amb "ufw delete &lt;número&gt;".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tallafocs mal mantingut, amb regles obsoletes acumulades amb els anys, és un risc de seguretat tan gran com no tenir-ne: cal revisar-lo periòdicament.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63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Precaució pràctica: en configurar un tallafocs remot (per exemple, via SSH), assegura't SEMPRE de permetre el port d'administració (22/tcp) ABANS d'activar la denegació per defecte, o et quedaràs fora del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l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Barrera controlada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tallafocs filtra el trànsit segons regles, però NO és una solució completa: cal combinar-lo amb antivirus, IDS/IPS i formació.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Denegació per defecte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política més segura: bloquejar tot i permetre només el necessari, especialment en trànsit entrant.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UFW: simplicitat pràctica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eina accessible per gestionar un tallafocs real a Linux amb una sintaxi clara i llegible.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petita empresa vol exposar el seu servidor web (port 80/443) a Internet, mantenint alhora protegit el servidor de fitxers intern.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dissenyeu, amb un esquema senzill, com organitzaríeu la xarxa (relacioneu-ho amb el concepte de DMZ) i quines regles bàsiques de tallafocs (UFW) aplicaríeu a cada zona.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NF5-AA4: Tallafocs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— documentació oficial (Ubuntu)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help.ubuntu.com/community/UFW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— What is a firewall?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cloudflare.com/learning/security/what-is-a-firewall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pfSense (tallafocs perimetral de codi obert)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pfsense.org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2026-09-09T14:26:44Z</dcterms:created>
  <dcterms:modified xsi:type="dcterms:W3CDTF">2026-09-09T14:26:44Z</dcterms:modified>
</cp:coreProperties>
</file>