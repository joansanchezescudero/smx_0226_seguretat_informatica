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RA3 · NF3-AA1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Malware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bu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sistemes informàtics també emmalalteixen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Tipus de malware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Virus, cucs, troians, backdoors, rootkits, spyware, ransomware: com es propaguen i què fan.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hiel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Eines antimalware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detecten el malware els antivirus: signatures, heurística i sandbox.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searc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Eines de detecció online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i altres plataformes per comprovar fitxers sospitosos.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bu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sistemes informàtics són com organismes vius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Malalties digitals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Podem pensar en els sistemes informàtics com a sistemes vius que poden patir "malalties": ciberatacs provocats per programari maliciós (malware) que compromet el seu funcionament i la seguretat de les dades.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Stuxnet (2010)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compost que va afectar les centrals nuclears iranianes. Es va propagar per USB, després per xarxa local (com un cuc), fins arribar a l'equip crític, on una bomba lògica activava el dany. Un dels primers ciberatacs amb finalitat política i militar.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Virus, cucs i troians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869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actua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S'injecta en un programa legítim i es propaga quan aquest s'executa. Ataca executables, macros o sectors d'arrencada.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Cuc (worm)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propaga automàticament per la xarxa, SENSE interacció de l'usuari, explotant vulnerabilitats. Congestiona xarxes i és vehicle d'altres malware.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Troià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fa passar per un programa legítim per enganyar l'usuari perquè l'executi. NO es propaga automàticament: depèn de l'engany.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ACCÉS PERSISTENT I OCULT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Backdoors i rootkits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unloc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Backdoor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 a un atacant accedir remotament i sense autorització a un sistema. Pot ser instal·lat per un troià o creat deliberadament per un desenvolupador maliciós.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pider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Rootkit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S'oculta dins del sistema operatiu per mantenir l'accés sense ser detectat: modifica el nucli, amaga processos i fitxers, intercepta crides al sistema.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502920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16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89220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54480" y="516636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Pegasus: malware tipus backdoor usat per espiar periodistes, activistes i polítics accedint a missatges, correus i trucades de smartphones.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GRAN AMENAÇA ACTUAL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Ransomware, spyware i adware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Ransomware: segresta la informació xifrant-la i exigeix un rescat. Impacte catastròfic si no hi ha còpies de seguretat (o si també han estat xifrades).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Spyware: recol·lecta i envia informació de l'usuari (els keyloggers, que capturen pulsacions de teclat, en són un exemple perillós).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Adware: mostra anuncis molestos i pot redirigir el trànsit amb finalitats lucratives.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937760"/>
            <a:ext cx="10789920" cy="914400"/>
          </a:xfrm>
          <a:prstGeom prst="roundRect">
            <a:avLst>
              <a:gd name="adj" fmla="val 1000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63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50749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WannaCry (2017): l'atac de ransomware més devastador de la història, va infectar més de 230.000 ordinadors en 150 països.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PART, NO UN TOT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Bombes lògiques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és un malware per si mateix, sinó una part d'un malware més complex que executa una acció destructiva quan es compleixen determinades condicions (una data, una acció de l'usuari...).</a:t>
            </a:r>
            <a:endParaRPr lang="en-US" sz="155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5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Stuxnet, la bomba lògica s'activava en detectar que el sistema infectat controlava centrifugadores d'enriquiment d'urani, provocant-hi una avaria.</a:t>
            </a:r>
            <a:endParaRPr lang="en-US" sz="15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funcionen les eines antimalware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ey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Protecció en temps real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Supervisa constantment el sistema per detectar i bloquejar activitat sospitosa abans que causi danys.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earch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Anàlisi sota demanda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 a l'usuari escanejar el sistema manualment per detectar i eliminar malware ja instal·lat.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3840480"/>
            <a:ext cx="107899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Signatures: cerquen cadenes binàries característiques (el malware s'hi camufla amb polimorfisme).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Heurística: detecta comportaments sospitosos (obrir connexions de xarxa, crides estranyes al SO...).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Sandbox: executa programes sospitosos en un entorn aïllat per observar-ne l'efecte.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 de hash dels fitxers del sistema, per detectar canvis no autoritzats.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GRAN ESCALA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Solucions XDR/SIEM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463040"/>
          </a:xfrm>
          <a:prstGeom prst="roundRect">
            <a:avLst>
              <a:gd name="adj" fmla="val 6250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shiel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24028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organitzacions grans és habitual un sistema centralitzat de protecció: SIEM (Security Information and Event Management) actua com a centre de control, i XDR (Extended Detection and Response) engloba les eines de detecció (antimalware, IDS/IPS, EDR) en equips, xarxa i correu.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56616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Permeten correlacionar esdeveniments de diverses fonts i generar alertes per a una resposta ràpida davant incidents de seguretat.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COMPROVACIÓ RÀPIDA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Eines online de detecció de malware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955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VirusTotal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més popular: analitza un fitxer o URL amb desenes de motors antivirus a la vegada.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MetaDefender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Anàlisi multiescaner similar a VirusTotal.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Jotti / VirScan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Alternatives d'anàlisi multiescaner de fitxers.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Especialitzat en aplicacions Android (APK).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12064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28066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525780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mostres pujades a aquestes plataformes s'utilitzen per millorar els motors de detecció: no hi pugis mai fitxers confidencials.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ecosistema d'amenaces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Virus, cucs i troians es propaguen de manera diferent; backdoors i rootkits busquen persistir ocults.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hiel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Ransomware, l'amenaça #1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indústria del cibercrim mou milers de milions de dòlars a través del segrest de dades.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search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Defensa en capes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Signatures + heurística + sandbox a l'equip, XDR/SIEM a nivell d'organització.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company rep un correu amb un fitxer adjunt "Factura_pendent.pdf.exe" d'un remitent desconegut.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parelles: identifiqueu quin tipus de malware sospiteu que podria ser i per quina via es propagaria si s'executa; proposeu 3 accions concretes (una preventiva, una de detecció i una de resposta) que hauria de prendre l'empresa.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parelles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NF3-AA1: Malware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Kaspersky — Tipos de malware y ejemplos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kaspersky.es/resource-center/threats/types-of-malware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INCIBE — Ransomware: guía de aproximación al empresario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incibe.es/empresas/guias/ransomware-guia-aproximacion-el-empresario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VirusTotal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virustotal.com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2026-09-08T20:13:36Z</dcterms:created>
  <dcterms:modified xsi:type="dcterms:W3CDTF">2026-09-08T20:13:36Z</dcterms:modified>
</cp:coreProperties>
</file>