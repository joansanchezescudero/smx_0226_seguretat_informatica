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6400800" cy="640080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16242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RA3 · NF3-AA4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 de dades</a:t>
            </a:r>
            <a:endParaRPr lang="en-US" sz="4400" dirty="0"/>
          </a:p>
        </p:txBody>
      </p:sp>
      <p:pic>
        <p:nvPicPr>
          <p:cNvPr id="6" name="Image 0" descr="/tmp/claude-0/-home-user-SMX-0226-Seguretat-Informatica/cec25c9b-7e93-584a-a64a-196540977a59/scratchpad/build/icons/recycl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la prevenció ha fallat: l'últim recurs per recuperar la informació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35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Avaries físiques i lògiques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tipus de pèrdua de dades, amb tècniques de recuperació completament diferents.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search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Tècniques de recuperació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Undelete, carving de fitxers i recuperació de la taula de particions.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wrench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Eines reals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TestDisk, PhotoRec i Foremost, practicats amb un cas real de recuperació.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pic>
        <p:nvPicPr>
          <p:cNvPr id="3" name="Image 0" descr="/tmp/claude-0/-home-user-SMX-0226-Seguretat-Informatica/cec25c9b-7e93-584a-a64a-196540977a59/scratchpad/build/icons/recycl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601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darrer recurs dins la seguretat activa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Prevenció vs. resposta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Encara que la prevenció (còpies de seguretat, RAID) és la primera línia de defensa, la recuperació lògica és el darrer recurs per restablir la Disponibilitat i la Integritat de la informació quan tota la resta ha fallat.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primera regla, sempre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escriure mai sobre el suport afectat. Qualsevol operació d'escriptura pot sobreescriure les dades que es volen recuperar, fent-les irrecuperables per sempre.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QUÈ ES PERDEN LES DADES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Causes de la pèrdua d'informació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usercircl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humans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Esborrat accidental, format incorrecte, desconnexió a la brava durant una escriptura.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bug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Atacs maliciosos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(xifra/destrueix la MFT/GPT), wipers, modificació del sector d'arrencada (MBR/VBR).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de sistema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Talls de tensió o tancaments inesperats mentre s'actualitzen les metadades d'un volum (estat "dirty").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MONS DIFERENTS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Avaries físiques vs. lògiques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hdd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Avaria física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suport (o el firmware) està realment danyat: capçals, plat magnètic, PCB, curtcircuits. Requereix un entorn controlat i especialitzat (sala blanca) — feina d'empreses professionals (Ontrack, DriveSavers).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filealt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Avaria lògica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maquinari funciona correctament, però les dades són inaccessibles per errors al sistema de fitxers, a la taula de particions, o per esborrats/accions malicioses. És el terreny d'aquest apartat.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D'OR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d'actuació davant una avaria lògica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789920" cy="1463040"/>
          </a:xfrm>
          <a:prstGeom prst="roundRect">
            <a:avLst>
              <a:gd name="adj" fmla="val 6250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6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65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1: NO escriure MAI sobre el suport d'emmagatzematge afectat. Qualsevol escriptura pot sobreescriure les dades que es volen recuperar.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566160"/>
            <a:ext cx="10789920" cy="1463040"/>
          </a:xfrm>
          <a:prstGeom prst="roundRect">
            <a:avLst>
              <a:gd name="adj" fmla="val 6250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9" name="Image 1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690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37033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2: treballar, sempre que es pugui, sobre una CÒPIA (imatge) del suport, no sobre l'original. En peritatges forenses, preservar la integritat de la unitat original és essencial.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TÈCNICA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 basada en el sistema de fitxers (undelete)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s'esborra un fitxer, el SO NO elimina el contingut real dels sectors: només marca l'entrada com a "lliure" a la taula d'assignació (FAT, MFT...) i els blocs com a disponibles per a noves escriptures.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els sectors no s'han sobreescrit encara, és possible recuperar el fitxer amb eines que escanegen la taula d'assignació i en recuperen les entrades marcades com a lliures.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TÈCNICA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Carving de fitxers (raw recovery)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S'utilitza quan la taula de particions o les metadades del sistema de fitxers estan corruptes o destruïdes: s'analitza el disc sector per sector buscant "magic numbers" (capçaleres/peus característics de cada tipus de fitxer).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9184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297680"/>
                <a:gridCol w="4297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Capçalera (hex)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Peu / 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%PDF (45 50 44 46)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JPEG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 D8 FF E0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 D9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ZIP/DOCX/XLSX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(50 4B 03 04)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212080"/>
            <a:ext cx="10789920" cy="685800"/>
          </a:xfrm>
          <a:prstGeom prst="roundRect">
            <a:avLst>
              <a:gd name="adj" fmla="val 13333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8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263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5349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Inconvenient: no recupera noms de fitxer ni estructura de carpetes; en sistemes molt fragmentats, els fitxers poden quedar incomplets.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TÈCNICA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 de la taula de particions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 l'estructura de les particions si l'MBR (Master Boot Record) o la GPT (GUID Partition Table) s'han corromput.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busquen les estructures dels sectors d'arrencada de les particions (Boot Sectors, Superblocks) i es reescriu la taula original, fent el volum accessible de nou sense haver de restaurar fitxer per fitxer.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CAIXA D'EINES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Eines de recuperació de dades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6309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Interfície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Ús principal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 / ddrescue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Còpia de disc sector per sector.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TestDisk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CLI/TUI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Recuperació de particions i sistemes de fitxers.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PhotoRec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CLI/TUI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Carving de fitxers.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Foremost / Scalpel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Carving de fitxers.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Recuperació de fitxers (Windows).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Autopsy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Anàlisi forense digital i recuperació avançada.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PRÀCTICA REAL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Carving amb Foremost: recuperant fitxers sense sistema de fitxers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Escenari: un disc sense taula de particions ni sistema de fitxers reconeixible ("file" el classifica com a "data" en lloc d'un tipus concret).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789920" cy="2743200"/>
          </a:xfrm>
          <a:prstGeom prst="roundRect">
            <a:avLst>
              <a:gd name="adj" fmla="val 3333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terminal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60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3154680"/>
            <a:ext cx="9601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"foremost -t jpg,pdf -i disc_danyat.img -o recuperat/" escaneja la imatge sector per sector buscant capçaleres de JPEG i PDF, i en recupera el contingut a la carpeta de sortida (organitzada per tipus), sense necessitar cap sistema de fitxers vàlid. Ho practicareu amb captures reals a l'exercici guiat.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 RECOMANAT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d'actuació pas a pas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Crear una imatge del dispositiu amb dd, ddrescue o FTK Imager: preserva l'estat original i permet treballar sobre la còpia sense risc.</a:t>
            </a:r>
            <a:endParaRPr lang="en-US" sz="15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Executar TestDisk sobre la imatge, per analitzar-la i recuperar particions eliminades o corrompudes.</a:t>
            </a:r>
            <a:endParaRPr lang="en-US" sz="15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 les particions no es poden recuperar, executar PhotoRec (o Foremost) per fer un carving de fitxers i recuperar-ne el contingut.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 escriure sobre l'original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regla de qualsevol recuperació: treballar sempre, quan sigui possible, sobre una còpia (imatge) del suport.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search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tècniques lògiques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Undelete (taula d'assignació), carving (magic numbers) i recuperació de la taula de particions.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wrench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 → TestDisk → PhotoRec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flux de treball típic: imatge del dispositiu, després recuperació de particions, i finalment carving si cal.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pic>
        <p:nvPicPr>
          <p:cNvPr id="3" name="Image 0" descr="/tmp/claude-0/-home-user-SMX-0226-Seguretat-Informatica/cec25c9b-7e93-584a-a64a-196540977a59/scratchpad/build/icons/question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company esborra per error la carpeta de projectes del servidor, i tot seguit continua treballant-hi normalment (guardant nous fitxers) durant una hora abans d'adonar-se de l'error.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918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parelles: expliqueu per què aquest retard redueix les possibilitats de recuperació (relacioneu-ho amb la tècnica d'"undelete"), i proposeu el procediment correcte que hauria d'haver seguit des del primer moment.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minuts en parelles + posada en comú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2800" dirty="0"/>
          </a:p>
        </p:txBody>
      </p:sp>
      <p:pic>
        <p:nvPicPr>
          <p:cNvPr id="4" name="Image 0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NF3-AA4: Recuperació de dades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1762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"Materials" (GitHub, SMX-0226SI) · Carlos Alonso Martínez, Escola Pia de Mataró · Llicència CC-BY-SA-4.0</a:t>
            </a:r>
            <a:endParaRPr lang="en-US" sz="1150" dirty="0"/>
          </a:p>
        </p:txBody>
      </p:sp>
      <p:pic>
        <p:nvPicPr>
          <p:cNvPr id="7" name="Image 1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Think — ¿Qué es la recuperación de datos?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227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ibm.com/es-es/think/topics/data-recovery</a:t>
            </a:r>
            <a:endParaRPr lang="en-US" sz="1150" dirty="0"/>
          </a:p>
        </p:txBody>
      </p:sp>
      <p:pic>
        <p:nvPicPr>
          <p:cNvPr id="10" name="Image 2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TestDisk &amp; PhotoRec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4279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cgsecurity.org</a:t>
            </a:r>
            <a:endParaRPr lang="en-US" sz="1150" dirty="0"/>
          </a:p>
        </p:txBody>
      </p:sp>
      <p:pic>
        <p:nvPicPr>
          <p:cNvPr id="13" name="Image 3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Foremost (documentació)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53309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foremost.sourceforge.net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CC BY-SA 4.0 · Adaptat de "Materials" (SMX-0226SI), Carlos Alonso Martínez, Escola Pia de Mataró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2026-09-08T20:24:57Z</dcterms:created>
  <dcterms:modified xsi:type="dcterms:W3CDTF">2026-09-08T20:24:57Z</dcterms:modified>
</cp:coreProperties>
</file>