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3230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5234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3703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662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0662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8134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138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3703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5566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65566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038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042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37033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470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40470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623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www.raid-calculator.com (taula de referència de tipus de RAID)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805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github.com/SMX-0226SI/Materials/blob/main/NF2/AA2-SistemesEmmagatzematge.md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raid-calculator.com — "RAID Types Reference"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"Tipos de RAID"; Pau Tomé (YouTube) — "RAID en Windows Server"; IBM — "What is a storage area network (SAN)?"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